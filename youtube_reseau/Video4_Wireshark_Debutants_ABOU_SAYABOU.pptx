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A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86AB"/>
                </a:solidFill>
                <a:latin typeface="Calibri"/>
              </a:rPr>
              <a:t>COURS RÉSEAU  •  VIDÉO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Wireshark pour débutants :</a:t>
            </a:r>
          </a:p>
          <a:p>
            <a:r>
              <a:rPr sz="2800" b="1">
                <a:solidFill>
                  <a:srgbClr val="E8F1F8"/>
                </a:solidFill>
                <a:latin typeface="Calibri"/>
              </a:rPr>
              <a:t>lire ses premiers paquets en 1 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B0C4DE"/>
                </a:solidFill>
                <a:latin typeface="Calibri"/>
              </a:rPr>
              <a:t>Capture  •  Interface  •  Filtres  •  TCP handshake  •  DNS / HTTPS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ABOU SAYABOU</a:t>
            </a:r>
          </a:p>
          <a:p>
            <a:r>
              <a:rPr sz="1400" b="0">
                <a:solidFill>
                  <a:srgbClr val="E8F1F8"/>
                </a:solidFill>
                <a:latin typeface="Calibri"/>
              </a:rPr>
              <a:t>Formateur cybersécurité &amp; réseaux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Objectif de la vidéo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0:00 – 2:00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66160" cy="402336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1. Capturer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Lancer Wireshark, choisir la bonne interface, enregistrer un .pcapng propre.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737360"/>
            <a:ext cx="3566160" cy="402336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2. Filtrer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Maîtriser 8 filtres utiles (ip, dns, tcp.port, http, tls…) sans se noyer.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737360"/>
            <a:ext cx="3566160" cy="402336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3. Lire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Reconnaître un handshake TCP, une requête DNS, et ce que HTTPS cache.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4 — Wireshark débutants  |  Débutant → Intermédiaire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2/25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Plan de la session (1 h)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Chapitres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640080" cy="475488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1417320"/>
            <a:ext cx="1188720" cy="475488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46304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1A1A1A"/>
                </a:solidFill>
                <a:latin typeface="Calibri"/>
              </a:rPr>
              <a:t>Pourquoi Wireshark (et ce que ce n’est pas)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65960"/>
            <a:ext cx="640080" cy="475488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1965960"/>
            <a:ext cx="1188720" cy="475488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011679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1A1A1A"/>
                </a:solidFill>
                <a:latin typeface="Calibri"/>
              </a:rPr>
              <a:t>Installation + cadre légal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14600"/>
            <a:ext cx="640080" cy="475488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2514600"/>
            <a:ext cx="1188720" cy="475488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10:00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5603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1A1A1A"/>
                </a:solidFill>
                <a:latin typeface="Calibri"/>
              </a:rPr>
              <a:t>L’interface en 3 panneaux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63240"/>
            <a:ext cx="640080" cy="475488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3063240"/>
            <a:ext cx="1188720" cy="475488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18:00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10896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1A1A1A"/>
                </a:solidFill>
                <a:latin typeface="Calibri"/>
              </a:rPr>
              <a:t>Première capture (lab guidé)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11880"/>
            <a:ext cx="640080" cy="475488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3611880"/>
            <a:ext cx="1188720" cy="475488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28:00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65760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1A1A1A"/>
                </a:solidFill>
                <a:latin typeface="Calibri"/>
              </a:rPr>
              <a:t>Filtres d’affichage essentiels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60520"/>
            <a:ext cx="640080" cy="475488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40" y="4160520"/>
            <a:ext cx="1188720" cy="475488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38:00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20624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1A1A1A"/>
                </a:solidFill>
                <a:latin typeface="Calibri"/>
              </a:rPr>
              <a:t>Lire une frame + TCP 3-way handshake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709159"/>
            <a:ext cx="640080" cy="475488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4440" y="4709159"/>
            <a:ext cx="1188720" cy="475488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48:00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754879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1A1A1A"/>
                </a:solidFill>
                <a:latin typeface="Calibri"/>
              </a:rPr>
              <a:t>DNS, HTTP, HTTPS — 3 cas concrets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257799"/>
            <a:ext cx="640080" cy="475488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34440" y="5257799"/>
            <a:ext cx="1188720" cy="475488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56:00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5303519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1A1A1A"/>
                </a:solidFill>
                <a:latin typeface="Calibri"/>
              </a:rPr>
              <a:t>Astuces pro, récap, devoir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4 — Wireshark débutants  |  Débutant → Intermédiaire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3/25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Pourquoi Wireshark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0:00 – 5:00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389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Ça sert à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Voir le trafic réel (pas juste ping)
• Prouver qu’un paquet part / arrive
• Diagnostiquer DNS, TCP, lenteurs
• Analyser un incident / malware
• Comprendre TCP/IP « en vrai »
• Préparer certifs / SOC / pentest
C’est le microscope du réseau.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389120"/>
          </a:xfrm>
          <a:prstGeom prst="roundRect">
            <a:avLst/>
          </a:prstGeom>
          <a:solidFill>
            <a:srgbClr val="FFF8E1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E65100"/>
                </a:solidFill>
                <a:latin typeface="Calibri"/>
              </a:rPr>
              <a:t>Ce que ce n’est PAS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Pas un scanner d’attaque
• Pas magique sur Wi-Fi chiffré
  (WPA2/3) sans clés
• Pas lisible sur HTTPS
  (contenu chiffré)
• Pas légal partout sans mandat
Outil de lecture, pas de piratage.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4 — Wireshark débutants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4/25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Cadre légal &amp; bonnes pratiques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5:00 – 10:00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Capture uniquement sur TON lab, TON PC, ou réseau AUTORISÉ (mandat écrit)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Capturer le trafic d’autrui sans droit = risque pénal / RGPD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En entreprise : politique de capture + accord RSSI / DSI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Ne publie jamais un .pcap contenant mots de passe / tokens / données perso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Pour YouTube / formation : génère du trafic lab (ping, DNS, HTTP clair)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937760"/>
            <a:ext cx="11247120" cy="1051560"/>
          </a:xfrm>
          <a:prstGeom prst="roundRect">
            <a:avLst/>
          </a:prstGeom>
          <a:solidFill>
            <a:srgbClr val="FFEBEE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62828"/>
                </a:solidFill>
                <a:latin typeface="Calibri"/>
              </a:rPr>
              <a:t>Règle : si tu n’as pas le droit d’écouter ce câble / ce Wi-Fi, tu ne captures pas.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4 — Wireshark débutants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5/25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Installation rapide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Install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657600" cy="4389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Windows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1. Télécharger wireshark.org
2. Installer Npcap
   (proposé à l’install)
3. Lancer en admin si besoin
4. Choisir l’interface
Npcap = pilote de capture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54480"/>
            <a:ext cx="3657600" cy="4389120"/>
          </a:xfrm>
          <a:prstGeom prst="roundRect">
            <a:avLst/>
          </a:prstGeom>
          <a:solidFill>
            <a:srgbClr val="E8F5E9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2E7D32"/>
                </a:solidFill>
                <a:latin typeface="Calibri"/>
              </a:rPr>
              <a:t>Linux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sudo apt update
sudo apt install wireshark
Ajouter ton user au groupe
wireshark (sans root) :
sudo usermod -aG wireshark $USER
# puis se reconnecter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566160" cy="4389120"/>
          </a:xfrm>
          <a:prstGeom prst="roundRect">
            <a:avLst/>
          </a:prstGeom>
          <a:solidFill>
            <a:srgbClr val="FFF8E1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E65100"/>
                </a:solidFill>
                <a:latin typeface="Calibri"/>
              </a:rPr>
              <a:t>macOS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Installer depuis
wireshark.org
ou Homebrew :
brew install --cask wireshark
Autoriser les permissions
de capture réseau.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4 — Wireshark débutants  |  Débutant → Intermédiaire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6/25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L’interface en 3 panneaux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10:00 – 18:00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247120" cy="123444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1. Liste des paquets (haut)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1A"/>
                </a:solidFill>
                <a:latin typeface="Calibri"/>
              </a:rPr>
              <a:t>Chaque ligne = 1 frame. Colonnes : No, Time, Source, Destination, Protocol, Length, Info.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11247120" cy="123444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2. Détails du paquet (milieu)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1A"/>
                </a:solidFill>
                <a:latin typeface="Calibri"/>
              </a:rPr>
              <a:t>Arbre des couches : Frame → Ethernet → IP → TCP/UDP → Application (DNS, TLS…).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97680"/>
            <a:ext cx="11247120" cy="155448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3. Octets bruts (bas)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1A"/>
                </a:solidFill>
                <a:latin typeface="Calibri"/>
              </a:rPr>
              <a:t>Hexadécimal + ASCII. Utile pour preuve / extrait. Débutant : on regarde surtout 1 et 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4 — Wireshark débutants  |  Débutant → Intermédiaire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7/25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Couleurs des paquets (repères)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Repères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247120" cy="960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E86AB"/>
                </a:solidFill>
                <a:latin typeface="Calibri"/>
              </a:rPr>
              <a:t>Vert clair  →  </a:t>
            </a:r>
            <a:r>
              <a:rPr sz="1600" b="0">
                <a:solidFill>
                  <a:srgbClr val="1A1A1A"/>
                </a:solidFill>
                <a:latin typeface="Calibri"/>
              </a:rPr>
              <a:t>TCP « normal »  —  Trafic TCP usuel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11247120" cy="960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E86AB"/>
                </a:solidFill>
                <a:latin typeface="Calibri"/>
              </a:rPr>
              <a:t>Bleu clair  →  </a:t>
            </a:r>
            <a:r>
              <a:rPr sz="1600" b="0">
                <a:solidFill>
                  <a:srgbClr val="1A1A1A"/>
                </a:solidFill>
                <a:latin typeface="Calibri"/>
              </a:rPr>
              <a:t>UDP  —  DNS, etc.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49039"/>
            <a:ext cx="11247120" cy="960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E86AB"/>
                </a:solidFill>
                <a:latin typeface="Calibri"/>
              </a:rPr>
              <a:t>Noir / rouge  →  </a:t>
            </a:r>
            <a:r>
              <a:rPr sz="1600" b="0">
                <a:solidFill>
                  <a:srgbClr val="1A1A1A"/>
                </a:solidFill>
                <a:latin typeface="Calibri"/>
              </a:rPr>
              <a:t>Erreur / problème  —  Retransmissions, resets…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46320"/>
            <a:ext cx="11247120" cy="960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E86AB"/>
                </a:solidFill>
                <a:latin typeface="Calibri"/>
              </a:rPr>
              <a:t>Jaune  →  </a:t>
            </a:r>
            <a:r>
              <a:rPr sz="1600" b="0">
                <a:solidFill>
                  <a:srgbClr val="1A1A1A"/>
                </a:solidFill>
                <a:latin typeface="Calibri"/>
              </a:rPr>
              <a:t>À vérifier selon règles  —  Souvent alertes / marquages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4 — Wireshark débutants  |  Débutant → Intermédiaire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8/25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Lab 1 — Première capture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18:00 – 28:00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Ouvre Wireshark → double-clic sur ton interface (Ethernet / Wi-Fi)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Stop (carré rouge) après 10–20 secondes de trafic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Génère du trafic contrôlé : ping 8.8.8.8  puis  nslookup google.com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File → Save As → lab1_ping_dns.pcapng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Si tu ne vois RIEN : mauvaise interface, droits, ou VPN qui encapsule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72000"/>
            <a:ext cx="11247120" cy="14173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/>
            <a:r>
              <a:rPr sz="1300" b="1">
                <a:solidFill>
                  <a:srgbClr val="2E86AB"/>
                </a:solidFill>
                <a:latin typeface="Calibri"/>
              </a:rPr>
              <a:t>Trafic à générer (terminal)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FFFFFF"/>
                </a:solidFill>
                <a:latin typeface="Consolas"/>
              </a:rPr>
              <a:t>ping -n 4 8.8.8.8                 # Windows
nslookup google.com
curl http://neverssl.com          # HTTP clair (lab)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4 — Wireshark débutants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9/25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Choisir la bonne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Astuce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389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Indices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Regarde le « sparkline »
  (petit graphique de trafic)
• Ethernet vs Wi-Fi vs Loopback
• VPN (tun/tap) = parfois
  tout le trafic y passe
• VirtualBox/VMware :
  interfaces virtuelles
Mauvaise interface =
pcap vide ou inutile.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389120"/>
          </a:xfrm>
          <a:prstGeom prst="roundRect">
            <a:avLst/>
          </a:prstGeom>
          <a:solidFill>
            <a:srgbClr val="E8F5E9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2E7D32"/>
                </a:solidFill>
                <a:latin typeface="Calibri"/>
              </a:rPr>
              <a:t>Loopback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127.0.0.1 / Adapter Loopback
Utile pour trafic LOCAL
(appli sur ta machine).
Inutile pour voir Internet.
Sous Windows : Npcap
loopback souvent présent.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4 — Wireshark débutants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10/25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Filtres : capture vs affichage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28:00 – 32:00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389120"/>
          </a:xfrm>
          <a:prstGeom prst="roundRect">
            <a:avLst/>
          </a:prstGeom>
          <a:solidFill>
            <a:srgbClr val="FFF8E1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E65100"/>
                </a:solidFill>
                <a:latin typeface="Calibri"/>
              </a:rPr>
              <a:t>Filtre de CAPTURE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Avant / pendant la capture
• Réduit ce qui est enregistré
• Syntaxe type BPF/libpcap
  host 8.8.8.8
  port 53
Avantage : fichier plus léger
Inconvénient : tu peux rater
des preuves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389120"/>
          </a:xfrm>
          <a:prstGeom prst="roundRect">
            <a:avLst/>
          </a:prstGeom>
          <a:solidFill>
            <a:srgbClr val="E8F5E9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2E7D32"/>
                </a:solidFill>
                <a:latin typeface="Calibri"/>
              </a:rPr>
              <a:t>Filtre d’AFFICHAGE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Après la capture (barre verte)
• Cache / montre sans détruire
• Syntaxe Wireshark :
  dns
  ip.addr == 8.8.8.8
  tcp.port == 443
Débutant : commence ICI.
Capture large, filtre ensuite.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4 — Wireshark débutants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11/25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8 filtres d’affichage à connaître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32:00 – 38:00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303520" cy="530352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  dns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371600"/>
            <a:ext cx="5760720" cy="530352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  Uniquement le DNS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65960"/>
            <a:ext cx="5303520" cy="530352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  icmp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965960"/>
            <a:ext cx="5760720" cy="530352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  Ping / traceroute ICMP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60320"/>
            <a:ext cx="5303520" cy="530352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  arp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560320"/>
            <a:ext cx="5760720" cy="530352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  Résolution IP → MAC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54679"/>
            <a:ext cx="5303520" cy="530352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  http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154679"/>
            <a:ext cx="5760720" cy="530352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  HTTP clair (pas HTTPS)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5303520" cy="530352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  tls  ou  tcp.port == 443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749039"/>
            <a:ext cx="5760720" cy="530352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  Trafic HTTPS / TLS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43400"/>
            <a:ext cx="5303520" cy="530352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  ip.addr == 192.168.1.10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343400"/>
            <a:ext cx="5760720" cy="530352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  Tout vers/depuis cette 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937760"/>
            <a:ext cx="5303520" cy="530352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  tcp.port == 53 or udp.port == 53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4937760"/>
            <a:ext cx="5760720" cy="530352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  DNS (ports)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532120"/>
            <a:ext cx="5303520" cy="530352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  tcp.flags.syn ==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5532120"/>
            <a:ext cx="5760720" cy="530352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  Débuts de connexion TCP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4 — Wireshark débutants  |  Débutant → Intermédiaire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12/25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Combiner les filtres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Logique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/>
            <a:r>
              <a:rPr sz="1300" b="1">
                <a:solidFill>
                  <a:srgbClr val="2E86AB"/>
                </a:solidFill>
                <a:latin typeface="Calibri"/>
              </a:rPr>
              <a:t>Exemples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FFFFFF"/>
                </a:solidFill>
                <a:latin typeface="Consolas"/>
              </a:rPr>
              <a:t>ip.addr == 10.10.10.10 and dns
tcp.port == 443 and ip.src == 192.168.1.20
http.request or http.response
not arp and not stun          # nettoyer le bruit
tcp.analysis.retransmission  # lenteurs / pertes
and = ET    or = OU    not = SAUF
La barre devient VERTE si le filtre est valide, ROUGE sinon.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4 — Wireshark débutants  |  Débutant → Intermédiaire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13/25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Lire une frame (couche par couche)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38:00 – 42:00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200400" cy="91440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Ethernet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554480"/>
            <a:ext cx="7863840" cy="91440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>
                <a:solidFill>
                  <a:srgbClr val="1A1A1A"/>
                </a:solidFill>
                <a:latin typeface="Calibri"/>
              </a:rPr>
              <a:t>  MAC source / destination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06039"/>
            <a:ext cx="3200400" cy="91440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606039"/>
            <a:ext cx="7863840" cy="91440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>
                <a:solidFill>
                  <a:srgbClr val="1A1A1A"/>
                </a:solidFill>
                <a:latin typeface="Calibri"/>
              </a:rPr>
              <a:t>  IP src / dst, TTL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599"/>
            <a:ext cx="3200400" cy="91440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TCP ou UDP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3657599"/>
            <a:ext cx="7863840" cy="91440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>
                <a:solidFill>
                  <a:srgbClr val="1A1A1A"/>
                </a:solidFill>
                <a:latin typeface="Calibri"/>
              </a:rPr>
              <a:t>  Ports, flags, seq/ack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09159"/>
            <a:ext cx="3200400" cy="91440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Application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4709159"/>
            <a:ext cx="7863840" cy="91440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>
                <a:solidFill>
                  <a:srgbClr val="1A1A1A"/>
                </a:solidFill>
                <a:latin typeface="Calibri"/>
              </a:rPr>
              <a:t>  DNS query, TLS Client Hello…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4 — Wireshark débutants  |  Débutant → Intermédiaire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14/25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TCP : le 3-way handshake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42:00 – 48:00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Comment une connexion TCP démarre — à voir dans Wireshark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3657600" cy="292608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1. SYN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1A"/>
                </a:solidFill>
                <a:latin typeface="Calibri"/>
              </a:rPr>
              <a:t>Client → Serveur
« Je veux me connecter 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657600" cy="292608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2. SYN-ACK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1A"/>
                </a:solidFill>
                <a:latin typeface="Calibri"/>
              </a:rPr>
              <a:t>Serveur → Client
« OK, je suis prêt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3657600" cy="292608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3. ACK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1A"/>
                </a:solidFill>
                <a:latin typeface="Calibri"/>
              </a:rPr>
              <a:t>Client → Serveur
« Confirmé, on parle 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47120" cy="109728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/>
            <a:r>
              <a:rPr sz="1300" b="1">
                <a:solidFill>
                  <a:srgbClr val="2E86AB"/>
                </a:solidFill>
                <a:latin typeface="Calibri"/>
              </a:rPr>
              <a:t>Filtre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FFFFFF"/>
                </a:solidFill>
                <a:latin typeface="Consolas"/>
              </a:rPr>
              <a:t>tcp.flags.syn == 1   ou   tcp.handshake    (selon version)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4 — Wireshark débutants  |  Débutant → Intermédiaire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15/25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Astuce pro : Follow TCP Stream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Astuce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Clic droit sur un paquet TCP → Follow → TCP Stream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Wireshark reconstruit la conversation (client en rouge / serveur en bleu)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Sur HTTP clair : tu vois GET, Host, User-Agent, HTML…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Sur HTTPS : tu verras surtout du binaire chiffré (normal)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Idéal pour comprendre une session sans sauter de paquet en paquet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846320"/>
            <a:ext cx="11247120" cy="109728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E7D32"/>
                </a:solidFill>
                <a:latin typeface="Calibri"/>
              </a:rPr>
              <a:t>C’est souvent LA fonction qui fait passer du débutant à l’intermédiaire.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4 — Wireshark débutants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16/25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Cas 1 — Voir une résolution DNS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48:00 – 51:00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389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Scénario lab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1. Start capture
2. nslookup google.com
3. Stop
4. Filtre : dns
Cherche :
• DNS query
• DNS response
• Adresse A / AAAA renvoyée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389120"/>
          </a:xfrm>
          <a:prstGeom prst="roundRect">
            <a:avLst/>
          </a:prstGeom>
          <a:solidFill>
            <a:srgbClr val="E8F5E9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2E7D32"/>
                </a:solidFill>
                <a:latin typeface="Calibri"/>
              </a:rPr>
              <a:t>Ce que tu apprends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Port UDP 53 (souvent)
• Qui est ton résolveur DNS
• Temps de réponse
• NXDOMAIN si le nom
  n’existe pas
Lien vidéo 3 :
si ping IP OK et nom KO,
le pcap DNS montre pourquoi.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4 — Wireshark débutants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17/25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Cas 2 — HTTP clair (lab)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51:00 – 53:30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Va sur un site HTTP (ex. neverssl.com) pendant la capture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Filtre : http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Ouvre un GET → tu vois Host, chemin, éventuellement cookies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Follow TCP Stream → conversation lisible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Message clé : sur Internet réel, la plupart du web est en HTTPS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54880"/>
            <a:ext cx="11247120" cy="1188720"/>
          </a:xfrm>
          <a:prstGeom prst="roundRect">
            <a:avLst/>
          </a:prstGeom>
          <a:solidFill>
            <a:srgbClr val="FFF8E1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65100"/>
                </a:solidFill>
                <a:latin typeface="Calibri"/>
              </a:rPr>
              <a:t>Pédagogie : HTTP montre le principe. HTTPS protège le contenu — et c’est une bonne chose.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4 — Wireshark débutants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18/25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Cas 3 — HTTPS : que peut-on encore voir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53:30 – 56:00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389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Visible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IP source / destination
• Port 443
• Handshake TLS (Client Hello)
• SNI parfois (nom du site)
• Taille / timing des paquets
• Certificats (selon échange)
Utile pour savoir QUOI
parle à QUI.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389120"/>
          </a:xfrm>
          <a:prstGeom prst="roundRect">
            <a:avLst/>
          </a:prstGeom>
          <a:solidFill>
            <a:srgbClr val="FFEBEE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C62828"/>
                </a:solidFill>
                <a:latin typeface="Calibri"/>
              </a:rPr>
              <a:t>Invisible (chiffré)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Mot de passe
• Contenu de page
• Cookies HTTPS
• Corps des requêtes API
Pour décrypter : lab avancé
(clé SSLKEYLOGFILE) —
hors scope débutant,
et uniquement sur TON lab.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4 — Wireshark débutants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19/25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Menus utiles (sans se perdre)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56:00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657600" cy="4389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Statistics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Protocol Hierarchy
• Conversations
• Endpoints
• DNS / HTTP
Vue macro avant
de zoomer paquet
par paquet.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54480"/>
            <a:ext cx="3657600" cy="4389120"/>
          </a:xfrm>
          <a:prstGeom prst="roundRect">
            <a:avLst/>
          </a:prstGeom>
          <a:solidFill>
            <a:srgbClr val="E8F5E9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2E7D32"/>
                </a:solidFill>
                <a:latin typeface="Calibri"/>
              </a:rPr>
              <a:t>Analyze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Display Filters
• Follow Stream
• Expert Information
  (warnings / errors)
Expert Info = « où ça
saigne » dans le pcap.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566160" cy="4389120"/>
          </a:xfrm>
          <a:prstGeom prst="roundRect">
            <a:avLst/>
          </a:prstGeom>
          <a:solidFill>
            <a:srgbClr val="FFF8E1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E65100"/>
                </a:solidFill>
                <a:latin typeface="Calibri"/>
              </a:rPr>
              <a:t>File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Save / Export
• Export Objects
  (HTTP fichiers)
• Merge captures
Toujours sauver le
.pcapng du lab.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4 — Wireshark débutants  |  Débutant → Intermédiaire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20/25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Récap — 6 phrases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58:00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743200" cy="73152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
Capture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17320"/>
            <a:ext cx="8321040" cy="7315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  Bonne interface + trafic contrôlé + .pcapng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21992"/>
            <a:ext cx="2743200" cy="73152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
3 panneaux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221992"/>
            <a:ext cx="8321040" cy="7315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  Liste → détails couches → hex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26664"/>
            <a:ext cx="2743200" cy="73152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
Filtres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3026664"/>
            <a:ext cx="8321040" cy="7315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  Affichage d’abord : dns, icmp, ip.addr, tcp.port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31336"/>
            <a:ext cx="2743200" cy="73152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
TCP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831336"/>
            <a:ext cx="8321040" cy="7315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  SYN → SYN-ACK → 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36008"/>
            <a:ext cx="2743200" cy="73152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
Follow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4636008"/>
            <a:ext cx="8321040" cy="7315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  TCP Stream pour lire une conversation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440680"/>
            <a:ext cx="2743200" cy="73152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
HTTPS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5440680"/>
            <a:ext cx="8321040" cy="7315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  Métadonnées visibles, contenu chiffré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4 — Wireshark débutants  |  Débutant → Intermédiaire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21/25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Aide-mémoire filtres (screenshot)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1247120" cy="46177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/>
            <a:r>
              <a:rPr sz="1300" b="1">
                <a:solidFill>
                  <a:srgbClr val="2E86AB"/>
                </a:solidFill>
                <a:latin typeface="Calibri"/>
              </a:rPr>
              <a:t>Copie / colle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FFFFFF"/>
                </a:solidFill>
                <a:latin typeface="Consolas"/>
              </a:rPr>
              <a:t>dns
icmp
arp
http
tls
ip.addr == 192.168.1.10
tcp.port == 443
udp.port == 53
tcp.flags.syn == 1
tcp.analysis.retransmission
ip.addr == 10.0.0.5 and dns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4 — Wireshark débutants  |  Débutant → Intermédiaire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22/25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Devoir + prochaine vidéo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59:00 – 60:00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206240"/>
          </a:xfrm>
          <a:prstGeom prst="roundRect">
            <a:avLst/>
          </a:prstGeom>
          <a:solidFill>
            <a:srgbClr val="FFF8E1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E65100"/>
                </a:solidFill>
                <a:latin typeface="Calibri"/>
              </a:rPr>
              <a:t>Devoir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1. Capture 30 s sur ton PC
2. Filtre dns + screenshot
3. Trouve le handshake TCP
   d’une connexion 443
4. Follow TCP Stream sur
   un HTTP lab (neverssl)
Commente : « DNS OK »
quand c’est fait.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20624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Suite playlist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V1 IP / masque / GW
V2 VLAN + lab
V3 Diagnostic 7 étapes
V4 Wireshark ← tu es ici
V5 (prochaine) :
Firewall PME en 1 h
(règles, ports, NAT, logs)
Abonne-toi pour la suite.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4 — Wireshark débutants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23/25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Merci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E8F1F8"/>
                </a:solidFill>
                <a:latin typeface="Calibri"/>
              </a:rPr>
              <a:t>Capturer  •  Filtrer  •  Lire  •  Follow Stream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ABOU SAYABOU</a:t>
            </a:r>
          </a:p>
          <a:p>
            <a:pPr algn="ctr"/>
            <a:r>
              <a:rPr sz="1400" b="0">
                <a:solidFill>
                  <a:srgbClr val="2E86AB"/>
                </a:solidFill>
                <a:latin typeface="Calibri"/>
              </a:rPr>
              <a:t>Cours réseau — Vidéo 4 — Wireshark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Notes formateur (ne pas montrer)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Notes de tournage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▸  Installer Wireshark AVANT le tournage ; tester Npcap / droits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▸  Préparer neverssl.com + nslookup + ping pour démos propres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▸  Zoomer sur la barre de filtre (vert/rouge) — très pédagogique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▸  Ne pas tenter de décrypter HTTPS en live (hors scope + risque)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▸  Montrer Follow TCP Stream sur HTTP, puis contraste HTTPS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▸  Rappeler V3 : les 4 ping + pcap DNS = combo gagnant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▸  Devoir : demander screenshot filtre dns (pas le pcap complet)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▸  Teaser V5 Firewall PME en fin de vidéo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4 — Wireshark débutants  |  Débutant → Intermédiaire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25/25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Vidéo 4 — Wireshark pour débutants (cours 1h)</dc:title>
  <dc:subject>Cours réseau — capture de paquets, filtres, TCP handshake</dc:subject>
  <dc:creator>ABOU SAYABOU</dc:creator>
  <cp:keywords>Wireshark, pcap, filtres, TCP, DNS, YouTube</cp:keywords>
  <dc:description>Support de cours vidéo 1h — Wireshark débutants</dc:description>
  <cp:lastModifiedBy>ABOU SAYABOU</cp:lastModifiedBy>
  <cp:revision>1</cp:revision>
  <dcterms:created xsi:type="dcterms:W3CDTF">2026-08-13T09:21:55Z</dcterms:created>
  <dcterms:modified xsi:type="dcterms:W3CDTF">2026-08-13T09:21:55Z</dcterms:modified>
  <cp:category>Formation réseau</cp:category>
  <dc:language>fr-FR</dc:language>
</cp:coreProperties>
</file>